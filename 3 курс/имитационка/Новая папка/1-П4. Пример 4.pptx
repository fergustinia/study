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0" r:id="rId3"/>
    <p:sldId id="272" r:id="rId4"/>
    <p:sldId id="257" r:id="rId5"/>
    <p:sldId id="261" r:id="rId6"/>
    <p:sldId id="276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85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CEF3B-A037-46D0-B02C-1428F07E9383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482DC-2269-4F26-9D2A-7E44B1A4CD8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pPr/>
              <a:t>1/22/2026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6DFF08F-DC6B-4601-B491-B0F83F6DD2DA}" type="datetimeFigureOut">
              <a:rPr lang="en-US" dirty="0"/>
              <a:pPr/>
              <a:t>1/22/2026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75BB22-DDCC-42F4-9A4F-1E7EC4F077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Имитационное моделирование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286AF3C-0DF0-4311-AC7B-851BFA2F4B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Примеры</a:t>
            </a:r>
          </a:p>
        </p:txBody>
      </p:sp>
    </p:spTree>
    <p:extLst>
      <p:ext uri="{BB962C8B-B14F-4D97-AF65-F5344CB8AC3E}">
        <p14:creationId xmlns:p14="http://schemas.microsoft.com/office/powerpoint/2010/main" val="1995109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8ED3D9F-D541-4EB4-AF52-3B5CAC578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Пример</a:t>
            </a:r>
            <a:r>
              <a:rPr lang="en-US" dirty="0"/>
              <a:t> 4 </a:t>
            </a:r>
            <a:br>
              <a:rPr lang="en-US" dirty="0"/>
            </a:br>
            <a:br>
              <a:rPr lang="en-US" dirty="0"/>
            </a:br>
            <a:r>
              <a:rPr lang="ru-RU" dirty="0"/>
              <a:t>Курс валюты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4BAF208-6E49-43D0-B959-D51D43874B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Стохастическая модель</a:t>
            </a:r>
          </a:p>
        </p:txBody>
      </p:sp>
    </p:spTree>
    <p:extLst>
      <p:ext uri="{BB962C8B-B14F-4D97-AF65-F5344CB8AC3E}">
        <p14:creationId xmlns:p14="http://schemas.microsoft.com/office/powerpoint/2010/main" val="3691262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A38D8F-B1A9-4433-9B88-FDA18651D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938515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ru-RU" dirty="0"/>
              <a:t>Прототип приложения</a:t>
            </a:r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id="{6465C194-440E-40EE-AB80-FB3758C672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30465BF-53CF-4A39-8768-849EA03DFCDB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3308" y="1304260"/>
            <a:ext cx="5735320" cy="448437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59945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A38D8F-B1A9-4433-9B88-FDA18651D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ru-RU" dirty="0"/>
              <a:t>Математика</a:t>
            </a:r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id="{6465C194-440E-40EE-AB80-FB3758C672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3200" dirty="0"/>
          </a:p>
          <a:p>
            <a:r>
              <a:rPr lang="ru-RU" sz="3200" dirty="0"/>
              <a:t>C = C * (1 + k*(random-0.5))</a:t>
            </a:r>
          </a:p>
        </p:txBody>
      </p:sp>
    </p:spTree>
    <p:extLst>
      <p:ext uri="{BB962C8B-B14F-4D97-AF65-F5344CB8AC3E}">
        <p14:creationId xmlns:p14="http://schemas.microsoft.com/office/powerpoint/2010/main" val="2980383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9DF126-07B2-425A-A428-6E75BFF94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ru-RU" dirty="0"/>
              <a:t>Вычисления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652AE1F-844D-41FF-9A11-A77754B6FA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       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k = 0.02;</a:t>
            </a:r>
            <a:endParaRPr lang="ru-RU" sz="3600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       Random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rnd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new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Random();</a:t>
            </a:r>
            <a:endParaRPr lang="ru-RU" sz="3600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 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private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btCalculate_Click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object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sender,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EventArgs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e)</a:t>
            </a:r>
            <a:endParaRPr lang="ru-RU" sz="3600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       {</a:t>
            </a:r>
            <a:endParaRPr lang="ru-RU" sz="3600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           chart1.Series[0].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Points.Clear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();</a:t>
            </a:r>
            <a:endParaRPr lang="ru-RU" sz="3600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     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price = 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)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inputPrice.Value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;</a:t>
            </a:r>
            <a:endParaRPr lang="ru-RU" sz="3600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     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days = 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)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inputDays.Value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;</a:t>
            </a:r>
            <a:endParaRPr lang="ru-RU" sz="3600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           chart1.Series[0].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Points.AddXY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(0, price);</a:t>
            </a:r>
            <a:endParaRPr lang="ru-RU" sz="3600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     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i = 1; i &lt;= days; i++)</a:t>
            </a:r>
            <a:endParaRPr lang="ru-RU" sz="3600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           {</a:t>
            </a:r>
            <a:endParaRPr lang="ru-RU" sz="3600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               price = price * (1 + k * 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rnd.NextDouble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() - 0.5));</a:t>
            </a:r>
            <a:endParaRPr lang="ru-RU" sz="3600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               chart1.Series[0].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Points.AddXY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(i, price);</a:t>
            </a:r>
            <a:endParaRPr lang="ru-RU" sz="3600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           }</a:t>
            </a:r>
            <a:endParaRPr lang="ru-RU" sz="3600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       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70396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A38D8F-B1A9-4433-9B88-FDA18651D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ru-RU" dirty="0"/>
              <a:t>Главное окно</a:t>
            </a:r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id="{6465C194-440E-40EE-AB80-FB3758C672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CharAreas.YAxis.isStartedFromZero</a:t>
            </a:r>
            <a:r>
              <a:rPr lang="en-US" dirty="0"/>
              <a:t>=false</a:t>
            </a:r>
          </a:p>
          <a:p>
            <a:r>
              <a:rPr lang="en-US" dirty="0"/>
              <a:t>Series -&gt; </a:t>
            </a:r>
            <a:r>
              <a:rPr lang="en-US" dirty="0" err="1"/>
              <a:t>BorderWidth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                Color, </a:t>
            </a:r>
            <a:br>
              <a:rPr lang="en-US" dirty="0"/>
            </a:br>
            <a:r>
              <a:rPr lang="en-US" dirty="0"/>
              <a:t>                </a:t>
            </a:r>
            <a:r>
              <a:rPr lang="en-US" dirty="0" err="1"/>
              <a:t>LabelFormat</a:t>
            </a:r>
            <a:r>
              <a:rPr lang="en-US" dirty="0"/>
              <a:t> = f4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D9FC9E5-1CFB-458D-AB24-77EEE4BB84F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043970" y="1767218"/>
            <a:ext cx="4419600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657201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264</TotalTime>
  <Words>178</Words>
  <Application>Microsoft Office PowerPoint</Application>
  <PresentationFormat>Широкоэкранный</PresentationFormat>
  <Paragraphs>29</Paragraphs>
  <Slides>6</Slides>
  <Notes>0</Notes>
  <HiddenSlides>1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Calibri</vt:lpstr>
      <vt:lpstr>Calibri Light</vt:lpstr>
      <vt:lpstr>Consolas</vt:lpstr>
      <vt:lpstr>Times New Roman</vt:lpstr>
      <vt:lpstr>Ретро</vt:lpstr>
      <vt:lpstr>Имитационное моделирование</vt:lpstr>
      <vt:lpstr>Пример 4   Курс валюты</vt:lpstr>
      <vt:lpstr>Прототип приложения</vt:lpstr>
      <vt:lpstr>Математика</vt:lpstr>
      <vt:lpstr>Вычисления</vt:lpstr>
      <vt:lpstr>Главное окно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Simulation</dc:title>
  <dc:creator>Моисеева Светлана</dc:creator>
  <cp:lastModifiedBy>Alexander Moiseev</cp:lastModifiedBy>
  <cp:revision>40</cp:revision>
  <dcterms:created xsi:type="dcterms:W3CDTF">2019-01-25T03:35:28Z</dcterms:created>
  <dcterms:modified xsi:type="dcterms:W3CDTF">2026-01-22T07:24:37Z</dcterms:modified>
</cp:coreProperties>
</file>