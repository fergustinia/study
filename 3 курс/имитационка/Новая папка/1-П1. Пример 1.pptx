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72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8ED3D9F-D541-4EB4-AF52-3B5CAC57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770870" cy="356616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</a:t>
            </a:r>
            <a:r>
              <a:rPr lang="en-US" dirty="0"/>
              <a:t> </a:t>
            </a:r>
            <a:r>
              <a:rPr lang="ru-RU" dirty="0"/>
              <a:t>1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Полет тела вне атмосферы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4BAF208-6E49-43D0-B959-D51D4387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Детерминированная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69126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Математическая модель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312" y="1787536"/>
            <a:ext cx="10058400" cy="584189"/>
          </a:xfrm>
        </p:spPr>
        <p:txBody>
          <a:bodyPr>
            <a:normAutofit/>
          </a:bodyPr>
          <a:lstStyle/>
          <a:p>
            <a:r>
              <a:rPr lang="ru-RU" sz="2400" dirty="0"/>
              <a:t>Движение тела, брошенного под углом к горизонту</a:t>
            </a:r>
          </a:p>
        </p:txBody>
      </p:sp>
      <p:pic>
        <p:nvPicPr>
          <p:cNvPr id="17" name="Рисунок 16" descr="http://class-fizika.ru/sd/svpad/f-9m.jpg">
            <a:extLst>
              <a:ext uri="{FF2B5EF4-FFF2-40B4-BE49-F238E27FC236}">
                <a16:creationId xmlns:a16="http://schemas.microsoft.com/office/drawing/2014/main" id="{4AD15BA1-A2AE-45F1-9B38-96E3B5F0DB5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40" y="2228850"/>
            <a:ext cx="4517897" cy="402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Изображение выглядит как текст, рукописный текст, Шрифт, калли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C4F7EC-649B-AE31-64F5-A82DDD386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887" y="2421901"/>
            <a:ext cx="56483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8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38D8F-B1A9-4433-9B88-FDA18651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3601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Прототип приложения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6465C194-440E-40EE-AB80-FB3758C67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</a:t>
            </a:r>
            <a:r>
              <a:rPr lang="en-US" dirty="0" err="1"/>
              <a:t>Series.ChartType</a:t>
            </a:r>
            <a:r>
              <a:rPr lang="en-US" dirty="0"/>
              <a:t>=Lines</a:t>
            </a:r>
          </a:p>
          <a:p>
            <a:endParaRPr lang="en-US" dirty="0"/>
          </a:p>
          <a:p>
            <a:r>
              <a:rPr lang="ru-RU" dirty="0" err="1"/>
              <a:t>ChartAreas</a:t>
            </a:r>
            <a:r>
              <a:rPr lang="en-US" dirty="0"/>
              <a:t>.</a:t>
            </a:r>
            <a:r>
              <a:rPr lang="ru-RU" dirty="0" err="1"/>
              <a:t>Axes</a:t>
            </a:r>
            <a:r>
              <a:rPr lang="en-US" dirty="0"/>
              <a:t>.</a:t>
            </a:r>
            <a:r>
              <a:rPr lang="ru-RU" dirty="0"/>
              <a:t>X </a:t>
            </a:r>
            <a:r>
              <a:rPr lang="en-US" dirty="0"/>
              <a:t>and</a:t>
            </a:r>
            <a:r>
              <a:rPr lang="ru-RU" dirty="0"/>
              <a:t> Y </a:t>
            </a:r>
            <a:r>
              <a:rPr lang="en-US" dirty="0"/>
              <a:t>-&gt;</a:t>
            </a:r>
            <a:r>
              <a:rPr lang="ru-RU" dirty="0"/>
              <a:t> </a:t>
            </a:r>
            <a:br>
              <a:rPr lang="en-US" dirty="0"/>
            </a:br>
            <a:r>
              <a:rPr lang="en-US" dirty="0"/>
              <a:t>                 </a:t>
            </a:r>
            <a:r>
              <a:rPr lang="ru-RU" dirty="0"/>
              <a:t>установить</a:t>
            </a:r>
            <a:r>
              <a:rPr lang="en-US" dirty="0"/>
              <a:t> </a:t>
            </a:r>
            <a:r>
              <a:rPr lang="ru-RU" dirty="0" err="1"/>
              <a:t>Minimum</a:t>
            </a:r>
            <a:r>
              <a:rPr lang="ru-RU" dirty="0"/>
              <a:t> и </a:t>
            </a:r>
            <a:r>
              <a:rPr lang="ru-RU" dirty="0" err="1"/>
              <a:t>Maximum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8C68B1-D5D1-47B8-8190-421541F067C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395" y="922614"/>
            <a:ext cx="4886325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Выноска: изогнутая линия 2">
            <a:extLst>
              <a:ext uri="{FF2B5EF4-FFF2-40B4-BE49-F238E27FC236}">
                <a16:creationId xmlns:a16="http://schemas.microsoft.com/office/drawing/2014/main" id="{43E05276-1EB5-49AC-B611-7CD6F7D24F16}"/>
              </a:ext>
            </a:extLst>
          </p:cNvPr>
          <p:cNvSpPr/>
          <p:nvPr/>
        </p:nvSpPr>
        <p:spPr>
          <a:xfrm>
            <a:off x="3884101" y="2046913"/>
            <a:ext cx="1543575" cy="503340"/>
          </a:xfrm>
          <a:prstGeom prst="borderCallout2">
            <a:avLst>
              <a:gd name="adj1" fmla="val 8750"/>
              <a:gd name="adj2" fmla="val 102537"/>
              <a:gd name="adj3" fmla="val 8750"/>
              <a:gd name="adj4" fmla="val 121920"/>
              <a:gd name="adj5" fmla="val 74167"/>
              <a:gd name="adj6" fmla="val 16637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Chart control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94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DF126-07B2-425A-A428-6E75BFF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Таймер и тест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2AE1F-844D-41FF-9A11-A77754B6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btLaunch_Click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timer1.Start();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}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 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i = 0;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timer1_Tick(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chart1.Series[0].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Points.AddXY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(i,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Math.Sqrt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(i));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i++;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540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DF126-07B2-425A-A428-6E75BFF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Формулы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2AE1F-844D-41FF-9A11-A77754B6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9232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t, x0, y0, v0,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cosa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sina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btLaunch_Click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(!timer1.Enabled)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{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chart1.Series[0].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Points.Clear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();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t = 0;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x0 = 0;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y0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inputHeight.Value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v0 =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inputSpeed.Value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a =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inputAngle.Value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Math.PI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/ 180;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cosa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Math.Cos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(a);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sina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=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Math.Sin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(a);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chart1.Series[0].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Points.AddXY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(x0, y0);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    timer1.Start();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}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}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  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g = 9.81M;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7857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DF126-07B2-425A-A428-6E75BFF94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ru-RU" dirty="0"/>
              <a:t>Таймер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52AE1F-844D-41FF-9A11-A77754B6F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dt = 0.1M;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timer1_Tick(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sender,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EventArgs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e)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{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t += dt;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x = x0 + v0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cosa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t;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decimal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y = y0 + v0 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sina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* t - g * t * t / 2;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chart1.Series[0].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Points.AddXY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(x, y);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(y &lt;= 0) timer1.Stop();</a:t>
            </a:r>
            <a:endParaRPr lang="ru-RU" sz="3600" dirty="0">
              <a:solidFill>
                <a:srgbClr val="000000"/>
              </a:solidFill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Arial" panose="020B0604020202020204" pitchFamily="34" charset="0"/>
                <a:cs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039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212</TotalTime>
  <Words>352</Words>
  <Application>Microsoft Office PowerPoint</Application>
  <PresentationFormat>Широкоэкранный</PresentationFormat>
  <Paragraphs>54</Paragraphs>
  <Slides>7</Slides>
  <Notes>0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Calibri</vt:lpstr>
      <vt:lpstr>Calibri Light</vt:lpstr>
      <vt:lpstr>Consolas</vt:lpstr>
      <vt:lpstr>Times New Roman</vt:lpstr>
      <vt:lpstr>Ретро</vt:lpstr>
      <vt:lpstr>Имитационное моделирование</vt:lpstr>
      <vt:lpstr>Пример 1   Полет тела вне атмосферы</vt:lpstr>
      <vt:lpstr>Математическая модель</vt:lpstr>
      <vt:lpstr>Прототип приложения</vt:lpstr>
      <vt:lpstr>Таймер и тест</vt:lpstr>
      <vt:lpstr>Формулы</vt:lpstr>
      <vt:lpstr>Таймер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37</cp:revision>
  <dcterms:created xsi:type="dcterms:W3CDTF">2019-01-25T03:35:28Z</dcterms:created>
  <dcterms:modified xsi:type="dcterms:W3CDTF">2026-01-13T09:53:51Z</dcterms:modified>
</cp:coreProperties>
</file>